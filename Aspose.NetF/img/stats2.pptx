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Default Extension="svg" ContentType="image/sv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1.11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C6AB9B4-B8F2-4DD0-A356-91B4413C8AF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0ABC43C-B683-45A2-8A64-96A474906DA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1136767-AF06-4248-B193-2D063C7ABE9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C6674D8F-0DE7-457E-922A-8EB2281ABA4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53DBDE04-F0F7-4361-9896-BED10F11A99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2B05A163-D946-4E30-A71F-8B54D5C42AC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44F5C14A-C271-487D-B735-EA639BD00AE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5A1334AA-D74B-49B8-8B27-9DE0F073810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72665D5B-98CB-4979-BE75-706F047397E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5568274-4FA1-4B6F-8FA7-A6C5CD2CD8F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6898E0E-8216-49D3-AEB3-C42B00C6CDA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.png" /><Relationship Id="rId3" Type="http://schemas.openxmlformats.org/officeDocument/2006/relationships/image" Target="../media/image2.sv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pic>
        <p:nvPicPr>
          <p:cNvPr id="2" name="New picture" title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512300" cy="5346700"/>
          </a:xfrm>
          <a:prstGeom prst="rect">
            <a:avLst/>
          </a:prstGeom>
        </p:spPr>
      </p:pic>
      <p:sp>
        <p:nvSpPr>
          <p:cNvPr id="3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 4.0 Client Profile 21.11.</a:t>
            </a:r>
          </a:p>
          <a:p>
            <a:pPr algn="ctr"/>
            <a:r>
              <a:t>Copyright 2004-2021Aspose Pty Ltd.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4.0.30319.42000"/>
  <p:tag name="AS_OS" val="Microsoft Windows NT 6.2.9200.0"/>
  <p:tag name="AS_RELEASE_DATE" val="2021.11.14"/>
  <p:tag name="AS_TITLE" val="Aspose.Slides for .NET 4.0 Client Profile"/>
  <p:tag name="AS_VERSION" val="21.11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 pitchFamily="34" charset="0"/>
        <a:cs typeface="Arial" pitchFamily="34" charset="0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 pitchFamily="34" charset="0"/>
        <a:cs typeface="Arial" pitchFamily="34" charset="0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0</Paragraphs>
  <Slides>1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4">
      <vt:lpstr>Arial</vt:lpstr>
      <vt:lpstr>Calibri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21.1100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2021-11-22T14:36:12.554</cp:lastPrinted>
  <dcterms:created xsi:type="dcterms:W3CDTF">2021-11-22T09:06:12Z</dcterms:created>
  <dcterms:modified xsi:type="dcterms:W3CDTF">2021-11-22T09:06:13Z</dcterms:modified>
</cp:coreProperties>
</file>