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emf" ContentType="image/x-emf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0.1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9CA78C8-3CEE-4DE6-8CB2-31FE93D2196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EF387-3AE6-4799-923F-8C92C1089E7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7E50A59-5AA8-4DA0-8EF4-3BA112808A3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96D789E-C6BD-49FA-9EA0-36BE0BC17FC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4B58A0D7-D146-4AA4-8325-B8CDAFFB563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5C277B8-BDE9-40FD-B2A9-6C917D6E21F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09933480-D1F2-4561-ADF8-9870ABEE510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F414F6E-603D-43EB-8F5C-96BA2399DFA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80E8681-DFC0-4AA0-92CA-771A26056F2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0847CDD-C82C-4370-B7DF-6D98CC32871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5331C12-0C8F-49E1-9AA1-545CC68D2AD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emf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512300" cy="5346700"/>
          </a:xfrm>
          <a:prstGeom prst="rect">
            <a:avLst/>
          </a:prstGeom>
        </p:spPr>
      </p:pic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 4.0 Client Profile 20.12.</a:t>
            </a:r>
          </a:p>
          <a:p>
            <a:pPr algn="ctr"/>
            <a:r>
              <a:t>Copyright 2004-2020Aspose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20.12.14"/>
  <p:tag name="AS_TITLE" val="Aspose.Slides for .NET 4.0 Client Profile"/>
  <p:tag name="AS_VERSION" val="20.1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 pitchFamily="34" charset="0"/>
        <a:cs typeface="Arial" pitchFamily="34" charset="0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 pitchFamily="34" charset="0"/>
        <a:cs typeface="Arial" pitchFamily="34" charset="0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4">
      <vt:lpstr>Arial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20.1200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2021-11-22T14:58:01.915</cp:lastPrinted>
  <dcterms:created xsi:type="dcterms:W3CDTF">2021-11-22T09:28:01Z</dcterms:created>
  <dcterms:modified xsi:type="dcterms:W3CDTF">2021-11-22T09:28:02Z</dcterms:modified>
</cp:coreProperties>
</file>